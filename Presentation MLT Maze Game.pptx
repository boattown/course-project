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0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307286-E2CB-4095-B576-B11CA9DA359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D2EA2F1-D425-4D39-9A90-2B59CB8F81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0E9DF5-DA58-4167-8457-3D0AE4A0FFA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BA9867-C34D-4940-AD01-35C1965967DC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58D6E29-A318-4ED8-AB34-E41BD8D85E1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E848E65-FD7C-460B-87B4-AC66C5D98F4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CC9E100-3702-4DFE-83F2-737B4EC25D2E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72949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9F6686D-2B2B-42A6-AC4B-4696E550BC8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B66047A-D4F7-4A29-BEEC-152156FFD66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044E712-4DFA-4AC4-9C17-C3AEA4545CA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8E2194C-7D0B-4A1D-A1DD-F92502BBCE45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104534D-B19E-4C19-9730-2F3672C244E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0D05DFA-4529-4849-914C-4B03C5B443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95953F-241F-4B00-B284-6A6A53183ADB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790972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9B53A0A-154B-460F-BE60-8D8468F4CB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BDE9F6A-4FE2-4BEE-B1D3-0FC272887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5E4015F-49CB-41A9-B296-FEAE35012B3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362B3D-7EF3-4D92-BC28-ADAB452935E9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6D9B857-84E8-4D24-96E5-CDCEBC9E170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A35421F-D199-4D98-AB19-2B51D46BCF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FA6F700-422A-401C-9381-F5C639A3A522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268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361745A-B4E6-4073-A231-1E329B35A53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3500BFA-1C7E-4D8C-A773-2C30B7DE9D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C758F5E8-CE67-4B57-8C59-A7036B99E2C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4679732-3941-4F57-B99E-1A46BF7A6D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41F4E8-5498-4CEC-A3C1-240CEA693CEA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BC19A2F-ECDB-4C00-A974-1EF0504F48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B3362B5-C410-433C-9B24-36CD627D23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7BA107-20AF-4808-A5D4-7B8F9CB92CA1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35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44C2D1-FE1B-467F-8A38-7237EC5B92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8B0650D-B711-4569-AB55-7987A67449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00B3A73B-756B-47BE-B85C-C31F67A563F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9979183-8BA7-4926-BD87-1F744F4B145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777ACF5-4E40-489D-A828-966442038B3F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1EFF33CB-AEE2-4672-9A49-62A65B25D04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5232FA-FAEE-436B-BBCD-0BAF1F202ABC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FEE2AFB8-1196-40B5-877C-41524E4001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B3A263E3-C916-4692-92B3-074F10823E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60BCC1-4B70-40BD-8FF9-EF14C3894A1C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4823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B8B99E5-0A24-44D6-9AFD-E18CCB121BC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A391EA0-1916-4AC1-9637-C5CB36AB1B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ECED7D-8CA7-4DDA-90E6-44FC54E7AD2D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A335988-390F-4332-AD3E-8CAF69D3A31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58A0173-B444-4FE8-A970-2985E401D1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026C9E-AA10-475E-B99E-262FA17FEBD9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675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ED4C9488-E03E-41F4-B545-E900616BD5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C94F72-0722-4B63-925C-5CFE32FD0D45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DC90406-8703-4871-B500-19E820D3FD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E07C033C-DE3B-4712-88F7-E97F61843C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29F6DB4-7855-41CF-9F65-4CF503389E35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383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9CF88B-7BE5-4A62-9ADC-0C830DFAA8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0256445-17B5-46C0-BE74-844D48479F8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D0A3DCDF-A2FE-448D-A05A-36DA4F4D64B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6D52BEB-EE4F-4DBB-BACD-A4C2E4EDC6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E17D40-E213-49A0-AC70-718FFE7A64D6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555FDEF-B4BA-48C2-BB28-F287962D403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AFA5D8B6-AE5F-41D6-B1ED-333C8579AA7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D34F52-74F4-4563-82B7-4AEA7630270D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1871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FDC9625-BC4B-4522-9737-5957F22D9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D0A38F94-93C6-45C8-9F08-C62B85F759A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17C05D6-B1F1-4924-B52F-B384FBDA54F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332775CB-7EC2-4134-9BB9-497DDB5C9F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8EDB86-F7A0-44EB-85B3-2AB4649BD7B0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A0D636E-F877-4AA0-A07D-25FF35406BA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F6BFDAB-B0CA-4E6F-BADD-33499EC9B4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36B69E-91CB-4ECC-987C-E018AB00CF90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733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971F0EE-2D21-48B9-83DA-71FE3C5CBF7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11EEDE6-DCA2-4524-8752-1C2CC991ABA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A3A83D6-854D-4B3F-9BE5-18FF95F375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A50687-D4BD-4A59-AD02-13E221737380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D470C8F-65B7-4FE2-BCB5-14C13ED9CEB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3049566-4465-4158-91D8-39E38595C8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461A0A-0054-4D36-BE8C-1EEE2C172080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618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AE090B8D-BFD0-40A7-9AF6-6C680824394F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BA06B1A-AB9B-4C03-878B-C09FEC7CC78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7263A84-F853-489E-8549-AA40D90F1C8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645192-30D4-4B9A-9EA1-FA08C2CED869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DE09DF4-8A51-486D-B50F-FDFF6777A9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89F8FD5-4E55-4179-BE6C-DF58F61A66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875C91-2D47-4373-88A9-6403EEBCAA47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2319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87C268D-1E79-48E0-9FC1-E217F1585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4C929CEC-61E9-4CEC-AFBA-D9FBCCC97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833EB15-7DA7-4645-B3FB-9D510BE2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654C-C920-431A-B66F-A1966BB62E96}" type="datetimeFigureOut">
              <a:rPr lang="sv-SE" smtClean="0"/>
              <a:t>2021-03-22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717A0AF-5D00-44CF-B28D-0C8142DA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B4B8309-6B2F-4458-B465-CB995E2A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9207-E648-4E01-9BAF-B88DFBDE088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40219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F3CD5BDF-1BBC-4FBB-82CB-FCB298156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28E85EE-F585-4505-B3DD-7FAEA02CC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9C42DF7-E9E1-4435-916F-718E93C9F3B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E176FC5B-8823-4EB6-8B53-20FA662E1D12}" type="datetime1">
              <a:rPr lang="sv-SE"/>
              <a:pPr lvl="0"/>
              <a:t>2021-03-22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BABFE29-69D7-4787-B6DD-792B9A249EC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08FBE13-53CB-48DA-903A-FFC51AED0E0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C1A5EA7A-91F8-4196-A817-A7D18BEE90B9}" type="slidenum"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sv-SE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sv-SE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sv-SE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sv-SE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sv-SE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sv-SE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5FFDFF37-DA0B-4E6D-AE6D-50CBE810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7213B2A-07BB-49EC-9A83-6C384FC9E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66824D7-381F-41C7-925A-088199EBE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D654C-C920-431A-B66F-A1966BB62E96}" type="datetimeFigureOut">
              <a:rPr lang="sv-SE" smtClean="0"/>
              <a:t>2021-03-22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BBAD47C-F2BF-4D1A-8011-302CA4891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72DC3B8-F644-4D4A-873A-22ABC1962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29207-E648-4E01-9BAF-B88DFBDE088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880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0739D5F-5FEA-4106-A284-57A8C28B8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42F00DAE-BD4D-4E95-A8AD-24FF18195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sv-SE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03069D1-8CBB-4E1D-AB59-F4EACAB6967E}"/>
              </a:ext>
            </a:extLst>
          </p:cNvPr>
          <p:cNvSpPr/>
          <p:nvPr/>
        </p:nvSpPr>
        <p:spPr>
          <a:xfrm>
            <a:off x="1626637" y="1122363"/>
            <a:ext cx="9144000" cy="4135437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6350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MLT MAZE GAME</a:t>
            </a:r>
          </a:p>
          <a:p>
            <a:pPr algn="ctr"/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Course </a:t>
            </a:r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project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LT2216</a:t>
            </a:r>
          </a:p>
          <a:p>
            <a:pPr algn="ctr"/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Klara Båstedt</a:t>
            </a:r>
          </a:p>
        </p:txBody>
      </p:sp>
    </p:spTree>
    <p:extLst>
      <p:ext uri="{BB962C8B-B14F-4D97-AF65-F5344CB8AC3E}">
        <p14:creationId xmlns:p14="http://schemas.microsoft.com/office/powerpoint/2010/main" val="1555290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E03069D1-8CBB-4E1D-AB59-F4EACAB6967E}"/>
              </a:ext>
            </a:extLst>
          </p:cNvPr>
          <p:cNvSpPr/>
          <p:nvPr/>
        </p:nvSpPr>
        <p:spPr>
          <a:xfrm>
            <a:off x="838197" y="365129"/>
            <a:ext cx="10515600" cy="5811834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6350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A8E58752-7305-4271-83CD-A5FFCF63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The game: what does it do?</a:t>
            </a:r>
            <a:endParaRPr lang="sv-SE" sz="4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330F09EF-E7F8-473B-8638-933CB119C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An MLT student,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who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is new in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town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,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tries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to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find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their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way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to a bar on Andra Långgatan.</a:t>
            </a:r>
          </a:p>
          <a:p>
            <a:pPr lvl="0"/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A series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of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desicions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lets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the student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choose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between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different routes.</a:t>
            </a:r>
          </a:p>
          <a:p>
            <a:pPr lvl="0"/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Some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routes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are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better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than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others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lang="sv-SE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lvl="0"/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Three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winning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routes: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gold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, silver and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bronze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medal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Three routes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result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in game over.</a:t>
            </a:r>
          </a:p>
          <a:p>
            <a:pPr lvl="0"/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Basic Göteborg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knowledge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helps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! New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citizen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will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learn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a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few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things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by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playing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the game.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2560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E03069D1-8CBB-4E1D-AB59-F4EACAB6967E}"/>
              </a:ext>
            </a:extLst>
          </p:cNvPr>
          <p:cNvSpPr/>
          <p:nvPr/>
        </p:nvSpPr>
        <p:spPr>
          <a:xfrm>
            <a:off x="838197" y="365129"/>
            <a:ext cx="10515600" cy="5811834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6350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A8E58752-7305-4271-83CD-A5FFCF63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Technicalities</a:t>
            </a:r>
            <a:endParaRPr lang="sv-SE" sz="4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330F09EF-E7F8-473B-8638-933CB119C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sv-SE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lvl="0"/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React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+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xstate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+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Webspeech</a:t>
            </a:r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API</a:t>
            </a:r>
          </a:p>
          <a:p>
            <a:pPr lvl="0"/>
            <a:r>
              <a:rPr lang="sv-SE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Rasa on </a:t>
            </a:r>
            <a:r>
              <a:rPr lang="sv-SE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Heroku</a:t>
            </a:r>
            <a:endParaRPr lang="sv-SE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38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E03069D1-8CBB-4E1D-AB59-F4EACAB6967E}"/>
              </a:ext>
            </a:extLst>
          </p:cNvPr>
          <p:cNvSpPr/>
          <p:nvPr/>
        </p:nvSpPr>
        <p:spPr>
          <a:xfrm>
            <a:off x="838197" y="365129"/>
            <a:ext cx="10515600" cy="5811834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6350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A8E58752-7305-4271-83CD-A5FFCF63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Challenges</a:t>
            </a:r>
            <a:endParaRPr lang="sv-SE" sz="4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330F09EF-E7F8-473B-8638-933CB119C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Rasa doesn’t like numbers… I decided to check if ”1” or “6” was in </a:t>
            </a:r>
            <a:r>
              <a:rPr lang="en-US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recResult</a:t>
            </a:r>
            <a:r>
              <a:rPr lang="en-US" sz="2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instead.</a:t>
            </a:r>
            <a:endParaRPr lang="en-US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lvl="0"/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Different prompts depending on the previous state wouldn’t work when the question was repeated (history state). Solved with null events.</a:t>
            </a:r>
          </a:p>
          <a:p>
            <a:pPr lvl="0"/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Swedish words would not show up in the </a:t>
            </a:r>
            <a:r>
              <a:rPr lang="en-US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recResults</a:t>
            </a:r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(obviously). I designed the questions differently so the expected answers would be ”Go down the stairs”/”Go towards Poseidon” instead of ”Go to </a:t>
            </a:r>
            <a:r>
              <a:rPr lang="en-US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Korsvägen</a:t>
            </a:r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”/”Go to </a:t>
            </a:r>
            <a:r>
              <a:rPr lang="en-US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Götaplatsen</a:t>
            </a:r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73006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E03069D1-8CBB-4E1D-AB59-F4EACAB6967E}"/>
              </a:ext>
            </a:extLst>
          </p:cNvPr>
          <p:cNvSpPr/>
          <p:nvPr/>
        </p:nvSpPr>
        <p:spPr>
          <a:xfrm>
            <a:off x="838197" y="365129"/>
            <a:ext cx="10515600" cy="5811834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6350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A8E58752-7305-4271-83CD-A5FFCF63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Relation to course contents</a:t>
            </a:r>
            <a:endParaRPr lang="sv-SE" sz="4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330F09EF-E7F8-473B-8638-933CB119C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lvl="0"/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Previous labs with </a:t>
            </a:r>
            <a:r>
              <a:rPr lang="en-US" sz="2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xstate</a:t>
            </a:r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 and React were the most useful. </a:t>
            </a:r>
          </a:p>
          <a:p>
            <a:pPr lvl="0"/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Design questions so you know what answers to expect.</a:t>
            </a:r>
          </a:p>
        </p:txBody>
      </p:sp>
    </p:spTree>
    <p:extLst>
      <p:ext uri="{BB962C8B-B14F-4D97-AF65-F5344CB8AC3E}">
        <p14:creationId xmlns:p14="http://schemas.microsoft.com/office/powerpoint/2010/main" val="160866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E03069D1-8CBB-4E1D-AB59-F4EACAB6967E}"/>
              </a:ext>
            </a:extLst>
          </p:cNvPr>
          <p:cNvSpPr/>
          <p:nvPr/>
        </p:nvSpPr>
        <p:spPr>
          <a:xfrm>
            <a:off x="838197" y="365129"/>
            <a:ext cx="10515600" cy="5811834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6350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A8E58752-7305-4271-83CD-A5FFCF63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Future work</a:t>
            </a:r>
            <a:endParaRPr lang="sv-SE" sz="4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330F09EF-E7F8-473B-8638-933CB119C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sz="2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lvl="0"/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I would like the game to be bigger and include more options!</a:t>
            </a:r>
          </a:p>
          <a:p>
            <a:pPr lvl="0"/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Implement more feedback. </a:t>
            </a:r>
          </a:p>
          <a:p>
            <a:pPr lvl="0"/>
            <a:r>
              <a:rPr lang="en-US" sz="2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rPr>
              <a:t>Include less instructions when the player plays many times.</a:t>
            </a:r>
          </a:p>
        </p:txBody>
      </p:sp>
    </p:spTree>
    <p:extLst>
      <p:ext uri="{BB962C8B-B14F-4D97-AF65-F5344CB8AC3E}">
        <p14:creationId xmlns:p14="http://schemas.microsoft.com/office/powerpoint/2010/main" val="286116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0739D5F-5FEA-4106-A284-57A8C28B8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42F00DAE-BD4D-4E95-A8AD-24FF18195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sv-SE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03069D1-8CBB-4E1D-AB59-F4EACAB6967E}"/>
              </a:ext>
            </a:extLst>
          </p:cNvPr>
          <p:cNvSpPr/>
          <p:nvPr/>
        </p:nvSpPr>
        <p:spPr>
          <a:xfrm>
            <a:off x="1626637" y="1122363"/>
            <a:ext cx="9144000" cy="4135437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63500"/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Let’s</a:t>
            </a:r>
            <a:r>
              <a:rPr lang="sv-SE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play!</a:t>
            </a:r>
          </a:p>
        </p:txBody>
      </p:sp>
    </p:spTree>
    <p:extLst>
      <p:ext uri="{BB962C8B-B14F-4D97-AF65-F5344CB8AC3E}">
        <p14:creationId xmlns:p14="http://schemas.microsoft.com/office/powerpoint/2010/main" val="1281565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249</Words>
  <Application>Microsoft Office PowerPoint</Application>
  <PresentationFormat>Bredbild</PresentationFormat>
  <Paragraphs>28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2</vt:i4>
      </vt:variant>
      <vt:variant>
        <vt:lpstr>Bildrubriker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tema</vt:lpstr>
      <vt:lpstr>Office-tema</vt:lpstr>
      <vt:lpstr>PowerPoint-presentation</vt:lpstr>
      <vt:lpstr>The game: what does it do?</vt:lpstr>
      <vt:lpstr>Technicalities</vt:lpstr>
      <vt:lpstr>Challenges</vt:lpstr>
      <vt:lpstr>Relation to course contents</vt:lpstr>
      <vt:lpstr>Future work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Klara Båstedt</dc:creator>
  <cp:lastModifiedBy>Klara Båstedt</cp:lastModifiedBy>
  <cp:revision>6</cp:revision>
  <dcterms:created xsi:type="dcterms:W3CDTF">2021-03-22T10:46:44Z</dcterms:created>
  <dcterms:modified xsi:type="dcterms:W3CDTF">2021-03-22T14:08:36Z</dcterms:modified>
</cp:coreProperties>
</file>